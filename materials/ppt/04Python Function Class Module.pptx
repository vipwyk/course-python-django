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14" r:id="rId1"/>
  </p:sldMasterIdLst>
  <p:notesMasterIdLst>
    <p:notesMasterId r:id="rId27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6"/>
    <p:restoredTop sz="94671"/>
  </p:normalViewPr>
  <p:slideViewPr>
    <p:cSldViewPr snapToGrid="0" snapToObjects="1">
      <p:cViewPr>
        <p:scale>
          <a:sx n="101" d="100"/>
          <a:sy n="101" d="100"/>
        </p:scale>
        <p:origin x="1112" y="256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2AD5B-95D3-8042-8A92-CBF9F7B085A5}" type="datetimeFigureOut">
              <a:rPr kumimoji="1" lang="zh-CN" altLang="en-US" smtClean="0"/>
              <a:t>2017/8/3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FB215-AED3-8749-8534-FCE2280EAD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180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63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</a:t>
            </a:r>
            <a:r>
              <a:rPr kumimoji="1" lang="en-US" altLang="zh-CN" dirty="0" smtClean="0"/>
              <a:t>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1866900"/>
            <a:ext cx="7772870" cy="4140200"/>
          </a:xfrm>
        </p:spPr>
        <p:txBody>
          <a:bodyPr/>
          <a:lstStyle/>
          <a:p>
            <a:r>
              <a:rPr lang="en-US" altLang="zh-CN" dirty="0"/>
              <a:t>A function is a block of organized, reusable code that is used to </a:t>
            </a:r>
            <a:r>
              <a:rPr lang="en-US" altLang="zh-CN" dirty="0" smtClean="0"/>
              <a:t>perform </a:t>
            </a:r>
            <a:r>
              <a:rPr lang="en-US" altLang="zh-CN" dirty="0"/>
              <a:t>a single, related action. </a:t>
            </a:r>
            <a:endParaRPr lang="en-US" altLang="zh-CN" dirty="0" smtClean="0"/>
          </a:p>
          <a:p>
            <a:r>
              <a:rPr lang="en-US" altLang="zh-CN" dirty="0"/>
              <a:t>They allow you to give a name to a block of statements and you can run that block using that name anywhere in your program and any number of times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We have already used many built-in functions such as the </a:t>
            </a:r>
            <a:r>
              <a:rPr lang="en-US" altLang="zh-CN" dirty="0" smtClean="0"/>
              <a:t>print,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len</a:t>
            </a:r>
            <a:r>
              <a:rPr lang="en-US" altLang="zh-CN" dirty="0"/>
              <a:t> and range</a:t>
            </a:r>
            <a:r>
              <a:rPr lang="en-US" altLang="zh-CN" dirty="0" smtClean="0"/>
              <a:t>.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Defining a 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731707"/>
          </a:xfrm>
        </p:spPr>
        <p:txBody>
          <a:bodyPr/>
          <a:lstStyle/>
          <a:p>
            <a:r>
              <a:rPr kumimoji="1" lang="en-US" altLang="zh-CN" smtClean="0"/>
              <a:t>Syntax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7100" y="3098800"/>
            <a:ext cx="7531100" cy="14305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parameters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function_suite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expression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6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214695"/>
            <a:ext cx="7773338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date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strftime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"%Y/%m/%d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					%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H:%M:%S"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date</a:t>
            </a:r>
          </a:p>
          <a:p>
            <a:pPr>
              <a:lnSpc>
                <a:spcPct val="150000"/>
              </a:lnSpc>
            </a:pP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calling the function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48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Required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Keyword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Default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321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Required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Required arguments are the arguments passed to a function in correct positional order.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635274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80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Keyword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When </a:t>
            </a:r>
            <a:r>
              <a:rPr lang="en-US" altLang="zh-CN" dirty="0"/>
              <a:t>you use keyword arguments in a function call, the caller identifies the arguments by the parameter name</a:t>
            </a:r>
            <a:r>
              <a:rPr lang="en-US" altLang="zh-CN" b="0" dirty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542941"/>
            <a:ext cx="7772870" cy="24006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6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Default 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default argument is an argument that assumes a default value if a value is not provided in the function call for that argument.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4187736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68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4"/>
            <a:ext cx="7772870" cy="1824242"/>
          </a:xfrm>
        </p:spPr>
        <p:txBody>
          <a:bodyPr/>
          <a:lstStyle/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definition.</a:t>
            </a:r>
          </a:p>
          <a:p>
            <a:r>
              <a:rPr kumimoji="1" lang="en-US" altLang="zh-CN" dirty="0" smtClean="0"/>
              <a:t>Syntax: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43437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**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function_suite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expression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800600"/>
            <a:ext cx="7772870" cy="1206500"/>
          </a:xfrm>
        </p:spPr>
        <p:txBody>
          <a:bodyPr/>
          <a:lstStyle/>
          <a:p>
            <a:r>
              <a:rPr kumimoji="1" lang="en-US" altLang="zh-CN" dirty="0" smtClean="0"/>
              <a:t>*</a:t>
            </a:r>
            <a:r>
              <a:rPr kumimoji="1" lang="en-US" altLang="zh-CN" dirty="0" err="1" smtClean="0"/>
              <a:t>args</a:t>
            </a:r>
            <a:r>
              <a:rPr kumimoji="1" lang="en-US" altLang="zh-CN" dirty="0" smtClean="0"/>
              <a:t> is tuple that holds all </a:t>
            </a:r>
            <a:r>
              <a:rPr kumimoji="1" lang="en-US" altLang="zh-CN" dirty="0"/>
              <a:t>a collection of </a:t>
            </a:r>
            <a:r>
              <a:rPr kumimoji="1" lang="en-US" altLang="zh-CN" dirty="0" err="1" smtClean="0"/>
              <a:t>nonkeyword</a:t>
            </a:r>
            <a:r>
              <a:rPr kumimoji="1" lang="en-US" altLang="zh-CN" dirty="0" smtClean="0"/>
              <a:t> arguments.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2214695"/>
            <a:ext cx="7772870" cy="23538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'data:'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91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394200"/>
            <a:ext cx="7772870" cy="1397000"/>
          </a:xfrm>
        </p:spPr>
        <p:txBody>
          <a:bodyPr/>
          <a:lstStyle/>
          <a:p>
            <a:r>
              <a:rPr kumimoji="1" lang="en-US" altLang="zh-CN" dirty="0" smtClean="0"/>
              <a:t>**</a:t>
            </a:r>
            <a:r>
              <a:rPr kumimoji="1" lang="en-US" altLang="zh-CN" dirty="0" err="1" smtClean="0"/>
              <a:t>kwargs</a:t>
            </a:r>
            <a:r>
              <a:rPr kumimoji="1" lang="en-US" altLang="zh-CN" dirty="0" smtClean="0"/>
              <a:t> is dictionary that hold a collection of keyword arguments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2381117"/>
            <a:ext cx="7772870" cy="1892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(**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z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0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Classes/instances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06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</a:t>
            </a:r>
            <a:r>
              <a:rPr kumimoji="1" lang="en-US" altLang="zh-CN" dirty="0" smtClean="0"/>
              <a:t>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1866900"/>
            <a:ext cx="7772870" cy="4140200"/>
          </a:xfrm>
        </p:spPr>
        <p:txBody>
          <a:bodyPr/>
          <a:lstStyle/>
          <a:p>
            <a:r>
              <a:rPr lang="en-US" altLang="zh-CN" dirty="0"/>
              <a:t>Python has been an object-oriented language since it existed. Because of this, creating and using classes and objects are downright easy. 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89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330" y="618518"/>
            <a:ext cx="7773338" cy="1596177"/>
          </a:xfrm>
        </p:spPr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206890"/>
            <a:ext cx="7772870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init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+=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'Total employee: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'salary: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6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4122607"/>
          </a:xfrm>
        </p:spPr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variable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count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variable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whose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shared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among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fo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</a:p>
          <a:p>
            <a:r>
              <a:rPr kumimoji="1" lang="en-US" altLang="zh-CN" i="1" dirty="0" smtClean="0"/>
              <a:t>__</a:t>
            </a:r>
            <a:r>
              <a:rPr kumimoji="1" lang="en-US" altLang="zh-CN" i="1" dirty="0" err="1" smtClean="0"/>
              <a:t>init</a:t>
            </a:r>
            <a:r>
              <a:rPr kumimoji="1" lang="en-US" altLang="zh-CN" i="1" dirty="0" smtClean="0"/>
              <a:t>__()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constructor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initialization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calls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instance.</a:t>
            </a:r>
          </a:p>
          <a:p>
            <a:r>
              <a:rPr lang="en-US" altLang="zh-CN" dirty="0"/>
              <a:t>You declare other class methods like normal functions with the exception that the first argument to each method is </a:t>
            </a:r>
            <a:r>
              <a:rPr lang="en-US" altLang="zh-CN" i="1" dirty="0"/>
              <a:t>self</a:t>
            </a:r>
            <a:r>
              <a:rPr lang="en-US" altLang="zh-CN" dirty="0"/>
              <a:t>. 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985849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 instances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367093"/>
            <a:ext cx="7772870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creating instances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'Jessica'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6000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accessing attributes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8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85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allows you to logically organize your Python code. Grouping related code into a module makes the code easier to understand and use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Simply, a module is a file consisting of Python code. A module can define functions, classes and variables. A module can also include runnable code.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2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current.py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3179895"/>
            <a:ext cx="7773338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date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strftime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"%Y/%m/%d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					%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H:%M:%S"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date</a:t>
            </a:r>
          </a:p>
        </p:txBody>
      </p:sp>
    </p:spTree>
    <p:extLst>
      <p:ext uri="{BB962C8B-B14F-4D97-AF65-F5344CB8AC3E}">
        <p14:creationId xmlns:p14="http://schemas.microsoft.com/office/powerpoint/2010/main" val="1134339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import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can be </a:t>
            </a:r>
            <a:r>
              <a:rPr lang="en-US" altLang="zh-CN" i="1" dirty="0"/>
              <a:t>imported</a:t>
            </a:r>
            <a:r>
              <a:rPr lang="en-US" altLang="zh-CN" dirty="0"/>
              <a:t> by another program to make use of its </a:t>
            </a:r>
            <a:r>
              <a:rPr lang="en-US" altLang="zh-CN" dirty="0" smtClean="0"/>
              <a:t>functionality.</a:t>
            </a:r>
          </a:p>
          <a:p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terminal:</a:t>
            </a:r>
          </a:p>
          <a:p>
            <a:pPr lvl="1"/>
            <a:r>
              <a:rPr kumimoji="1" lang="en-US" altLang="zh-CN" dirty="0" smtClean="0"/>
              <a:t>cd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directory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current.py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49279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current.current.date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45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from</a:t>
            </a:r>
            <a:r>
              <a:rPr kumimoji="1" lang="zh-CN" altLang="en-US" i="1" dirty="0" smtClean="0"/>
              <a:t> </a:t>
            </a:r>
            <a:r>
              <a:rPr kumimoji="1" lang="mr-IN" altLang="zh-CN" i="1" dirty="0" smtClean="0"/>
              <a:t>…</a:t>
            </a:r>
            <a:r>
              <a:rPr kumimoji="1" lang="zh-CN" altLang="en-US" i="1" dirty="0" smtClean="0"/>
              <a:t> </a:t>
            </a:r>
            <a:r>
              <a:rPr kumimoji="1" lang="en-US" altLang="zh-CN" i="1" dirty="0" smtClean="0"/>
              <a:t>import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Python's </a:t>
            </a:r>
            <a:r>
              <a:rPr lang="en-US" altLang="zh-CN" i="1" dirty="0"/>
              <a:t>from</a:t>
            </a:r>
            <a:r>
              <a:rPr lang="en-US" altLang="zh-CN" dirty="0"/>
              <a:t> statement lets you import specific attributes from a module into the current namespace.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722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from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current_date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current.date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50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err="1" smtClean="0"/>
              <a:t>dir</a:t>
            </a:r>
            <a:r>
              <a:rPr kumimoji="1" lang="en-US" altLang="zh-CN" i="1" dirty="0" smtClean="0"/>
              <a:t>()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err="1"/>
              <a:t>dir</a:t>
            </a:r>
            <a:r>
              <a:rPr lang="en-US" altLang="zh-CN" dirty="0"/>
              <a:t>() built-in function returns a sorted list of strings containing the names defined by a module.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976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dir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(current)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276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Build-in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can be </a:t>
            </a:r>
            <a:r>
              <a:rPr lang="en-US" altLang="zh-CN" i="1" dirty="0"/>
              <a:t>imported</a:t>
            </a:r>
            <a:r>
              <a:rPr lang="en-US" altLang="zh-CN" dirty="0"/>
              <a:t> by another program to make use of its functionality. This is how we can use the Python standard library as well. </a:t>
            </a:r>
            <a:endParaRPr lang="en-US" altLang="zh-CN" dirty="0" smtClean="0"/>
          </a:p>
          <a:p>
            <a:r>
              <a:rPr lang="en-US" altLang="zh-CN" dirty="0" smtClean="0"/>
              <a:t>Now,</a:t>
            </a:r>
            <a:r>
              <a:rPr lang="zh-CN" altLang="en-US" dirty="0" smtClean="0"/>
              <a:t> </a:t>
            </a:r>
            <a:r>
              <a:rPr lang="en-US" altLang="zh-CN" dirty="0" smtClean="0"/>
              <a:t>we </a:t>
            </a:r>
            <a:r>
              <a:rPr lang="en-US" altLang="zh-CN" dirty="0"/>
              <a:t>will see how to use the standard library modules.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339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Build-in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551837"/>
            <a:ext cx="7772870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math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math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sin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8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86385" y="2967335"/>
            <a:ext cx="497123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486586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4679</TotalTime>
  <Words>682</Words>
  <Application>Microsoft Macintosh PowerPoint</Application>
  <PresentationFormat>全屏显示(4:3)</PresentationFormat>
  <Paragraphs>138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Courier</vt:lpstr>
      <vt:lpstr>DengXian</vt:lpstr>
      <vt:lpstr>Times New Roman</vt:lpstr>
      <vt:lpstr>Tw Cen MT</vt:lpstr>
      <vt:lpstr>宋体</vt:lpstr>
      <vt:lpstr>Arial</vt:lpstr>
      <vt:lpstr>水滴</vt:lpstr>
      <vt:lpstr>Python Function</vt:lpstr>
      <vt:lpstr>Philosophy</vt:lpstr>
      <vt:lpstr>Defining a function</vt:lpstr>
      <vt:lpstr>Example</vt:lpstr>
      <vt:lpstr>Function Arguments</vt:lpstr>
      <vt:lpstr>Required arguments</vt:lpstr>
      <vt:lpstr>Keyword arguments</vt:lpstr>
      <vt:lpstr>Default arguments</vt:lpstr>
      <vt:lpstr>Variable-length arguments</vt:lpstr>
      <vt:lpstr>Example</vt:lpstr>
      <vt:lpstr>Example</vt:lpstr>
      <vt:lpstr>Python Classes/instances</vt:lpstr>
      <vt:lpstr>Philosophy</vt:lpstr>
      <vt:lpstr>Creating a class</vt:lpstr>
      <vt:lpstr>Creating a class</vt:lpstr>
      <vt:lpstr>Creating instances</vt:lpstr>
      <vt:lpstr>Python Modules</vt:lpstr>
      <vt:lpstr>Philosophy</vt:lpstr>
      <vt:lpstr>Creating a module</vt:lpstr>
      <vt:lpstr>The import statement</vt:lpstr>
      <vt:lpstr>The from … import statement</vt:lpstr>
      <vt:lpstr>The dir() function</vt:lpstr>
      <vt:lpstr>Build-in modules</vt:lpstr>
      <vt:lpstr>Build-in modules</vt:lpstr>
      <vt:lpstr>PowerPoint 演示文稿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571</cp:revision>
  <dcterms:created xsi:type="dcterms:W3CDTF">2017-05-27T08:15:31Z</dcterms:created>
  <dcterms:modified xsi:type="dcterms:W3CDTF">2017-08-03T07:48:40Z</dcterms:modified>
</cp:coreProperties>
</file>